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C0E17-8465-1E2A-4A2E-541BA2A36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C8D48A-97D8-48D1-9605-3256C3E67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15A1D-3E94-F300-3897-5D692F2AB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3777-1D2A-41FE-8574-1457C9F4A7B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6C27FB-2D7E-6D9A-3F3B-466AD9C6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0F440E-022F-ADCF-08AB-81C176FA4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5FB3-A56E-42F3-B4E6-4A80F997C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72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2EB2E-6167-1EE8-5444-A56284E76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62861D-84FB-43AF-A62A-A3D240940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2156EF-8052-E2ED-6C50-179E4554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3777-1D2A-41FE-8574-1457C9F4A7B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F37D60-02AE-207A-DD36-A96F9A2D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8D5BB4-2B31-99B2-FC7F-0C38AF2DE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5FB3-A56E-42F3-B4E6-4A80F997C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31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6C052-B2AF-CFF9-C659-0874046D2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EEC416-4B1B-7668-71AE-590B66D33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E204A0-58DB-47D4-D568-0B0407ED3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3777-1D2A-41FE-8574-1457C9F4A7B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C6CBCE-EAE5-DB33-5FCD-891706BE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6CE56-E32B-3297-FD00-1E751DAD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5FB3-A56E-42F3-B4E6-4A80F997C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507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6136F-C574-B09B-2442-8E96F6055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3874D2-FD81-F376-B4DF-06F2E5E4F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D55756-22AD-CC48-5D08-A5BACD7E2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5B944B-9820-6C65-DA9B-8DD94B19E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3777-1D2A-41FE-8574-1457C9F4A7B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535C08-8DE9-6672-2D3B-3CE3F011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22FC06-9964-3EC7-808E-4AB23C77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5FB3-A56E-42F3-B4E6-4A80F997C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42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44F58-0BF2-28C6-052B-30B9F788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A8A9E9-C523-DD7E-4692-7BE07673D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42CA15-DAE4-D2F1-4FF4-A8598D553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41E495-1AEB-22BC-63A1-C4594D8E6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9906E9-CB5F-ABB8-1A16-C5A3BAAEE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1A9615-C254-ED1D-5EEA-CB702024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3777-1D2A-41FE-8574-1457C9F4A7B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51AD28-3922-7586-66F3-CF1969EE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8DB812-0E69-4464-5958-32B525A4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5FB3-A56E-42F3-B4E6-4A80F997C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14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D822C-3633-7A32-979D-E8095BE3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29F1E1-ABD2-80E5-65AB-1292AF84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3777-1D2A-41FE-8574-1457C9F4A7B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F90098-BDE3-EDC6-81BF-CDEA100E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A299CB-345E-DD00-0199-FB9C543B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5FB3-A56E-42F3-B4E6-4A80F997C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66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BAD021-4491-AA74-CF1C-8751CB319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3777-1D2A-41FE-8574-1457C9F4A7B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8CFF93-0114-BB94-979C-611D41276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B9E95-BB45-F49E-CEBC-A50F5CA5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5FB3-A56E-42F3-B4E6-4A80F997C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75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83AAC-182B-CFD5-6E86-0198D6925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1D0DD1-1680-BDC2-EF40-D9C7A2259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FE7AFD-6DE7-2771-2976-8595CB870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729881-979F-A1F6-DD96-74E6B6776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3777-1D2A-41FE-8574-1457C9F4A7B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C986AA-A097-712D-3458-14D17BA1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F02C03-8D03-5811-A393-E18523A7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5FB3-A56E-42F3-B4E6-4A80F997C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40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01C57-CFAE-104F-E56A-E4A5602ED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A72781C-2B93-CA6D-24C1-38A4FA284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ECAE84-B7E3-3DC0-DEB0-3E14F2486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F9A0E1-3A9C-5F74-6644-99B02506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3777-1D2A-41FE-8574-1457C9F4A7B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7AFF82-B45C-DA99-E8AF-A40610EE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ED672F-7A4E-435C-3160-5830388C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5FB3-A56E-42F3-B4E6-4A80F997C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654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9F2C5-B5BE-0D69-158F-BD33D1B39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FF21C4-3A7B-E39A-17D8-6F11BDCD7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D83D44-8FEA-612F-5681-2EB021715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3777-1D2A-41FE-8574-1457C9F4A7B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603270-A717-832C-C260-E13A782D0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7C83FE-776E-91EC-7072-55D29CCB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5FB3-A56E-42F3-B4E6-4A80F997C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379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61F371-0A5E-BA82-10AE-F7DAEF70D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D1A435-A23F-F2F0-31F5-FD426BC18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1E33DE-4FD1-54E8-E426-28EA22A8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3777-1D2A-41FE-8574-1457C9F4A7B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044868-F618-C707-CDB7-E9029857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3E4498-CF79-5B7E-102B-B3598317E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5FB3-A56E-42F3-B4E6-4A80F997C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33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75B496-6792-E557-BDCE-0A0B3C66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CDEB59-4238-3109-3027-810C127CA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909778-9EA6-243E-090E-AE5A77E58F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43777-1D2A-41FE-8574-1457C9F4A7B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04B248-C204-B248-50F7-E7445A5A6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7B429C-7D7C-4EED-4795-B582842A4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75FB3-A56E-42F3-B4E6-4A80F997C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58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7836BA-EF60-718C-57EB-CCC73018CA70}"/>
              </a:ext>
            </a:extLst>
          </p:cNvPr>
          <p:cNvSpPr txBox="1"/>
          <p:nvPr/>
        </p:nvSpPr>
        <p:spPr>
          <a:xfrm>
            <a:off x="3772583" y="2759626"/>
            <a:ext cx="6411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How To Deliver A Good Presentation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4E9236-3ACD-B67C-DF1E-AF5CB96428A2}"/>
              </a:ext>
            </a:extLst>
          </p:cNvPr>
          <p:cNvSpPr txBox="1"/>
          <p:nvPr/>
        </p:nvSpPr>
        <p:spPr>
          <a:xfrm>
            <a:off x="3567309" y="5144655"/>
            <a:ext cx="6822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/>
              <a:t>Note:  this is just a sample PPT slide file for testing purpose</a:t>
            </a:r>
            <a:endParaRPr lang="zh-CN" alt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811502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107CD0B-EF06-C107-4B5D-9D29650F6BAB}"/>
              </a:ext>
            </a:extLst>
          </p:cNvPr>
          <p:cNvSpPr txBox="1"/>
          <p:nvPr/>
        </p:nvSpPr>
        <p:spPr>
          <a:xfrm>
            <a:off x="601385" y="848694"/>
            <a:ext cx="5344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Step 2 TBD</a:t>
            </a:r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7E1154-5CC3-BF2D-4721-95EA5161319A}"/>
              </a:ext>
            </a:extLst>
          </p:cNvPr>
          <p:cNvSpPr txBox="1"/>
          <p:nvPr/>
        </p:nvSpPr>
        <p:spPr>
          <a:xfrm>
            <a:off x="601385" y="404270"/>
            <a:ext cx="5344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Step 1 TBD</a:t>
            </a:r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135773-0D1B-A675-1C32-771B88611D73}"/>
              </a:ext>
            </a:extLst>
          </p:cNvPr>
          <p:cNvSpPr txBox="1"/>
          <p:nvPr/>
        </p:nvSpPr>
        <p:spPr>
          <a:xfrm>
            <a:off x="601385" y="1445746"/>
            <a:ext cx="5344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Step 3 TBD</a:t>
            </a:r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FAF8FC-43B5-E96D-CE73-81E33935A875}"/>
              </a:ext>
            </a:extLst>
          </p:cNvPr>
          <p:cNvSpPr txBox="1"/>
          <p:nvPr/>
        </p:nvSpPr>
        <p:spPr>
          <a:xfrm>
            <a:off x="601384" y="1890170"/>
            <a:ext cx="5344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Step 4 TBD</a:t>
            </a:r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603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35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 M</dc:creator>
  <cp:lastModifiedBy>xue mei</cp:lastModifiedBy>
  <cp:revision>3</cp:revision>
  <dcterms:created xsi:type="dcterms:W3CDTF">2025-09-14T13:34:02Z</dcterms:created>
  <dcterms:modified xsi:type="dcterms:W3CDTF">2026-03-07T13:42:00Z</dcterms:modified>
</cp:coreProperties>
</file>